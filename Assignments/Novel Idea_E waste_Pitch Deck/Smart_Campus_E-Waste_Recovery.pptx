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ustomXml" Target="../customXml/item3.xml"/><Relationship Id="rId3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customXml" Target="../customXml/item2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customXml" Target="../customXml/item1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1189995C-B55C-43A1-9825-FF4FF760553B}"/>
</file>

<file path=customXml/itemProps2.xml><?xml version="1.0" encoding="utf-8"?>
<ds:datastoreItem xmlns:ds="http://schemas.openxmlformats.org/officeDocument/2006/customXml" ds:itemID="{A1E2E768-3DEB-4D2F-8B33-E9A25FC8CB9B}"/>
</file>

<file path=customXml/itemProps3.xml><?xml version="1.0" encoding="utf-8"?>
<ds:datastoreItem xmlns:ds="http://schemas.openxmlformats.org/officeDocument/2006/customXml" ds:itemID="{7B7BAC6D-9DE2-48AB-B5A0-31D30A44E34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2011-08-01T06:04:30Z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